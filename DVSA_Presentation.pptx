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ICS-344 Information Security / Term 252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0" y="1280160"/>
            <a:ext cx="1463040" cy="1463040"/>
          </a:xfrm>
          <a:prstGeom prst="rect">
            <a:avLst/>
          </a:prstGeom>
          <a:solidFill>
            <a:srgbClr val="1A2332"/>
          </a:solidFill>
          <a:ln w="254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0" y="12801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63946"/>
                </a:solidFill>
              </a:rPr>
              <a:t>⚔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 Vulnerability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Remediation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Solution Report · Lessons 1–10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Hussain Albaggal  ·  Karrar Alqallaf  ·  Zayad Alghamdi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4 May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AWS Region: us-east-1 · N. Virginia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PROJECT OVERVIEW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3474720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SCOPE &amp; ENVIRONMENT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C5"/>
                </a:solidFill>
              </a:rPr>
              <a:t>Platform: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1463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AWS Serverless (us-east-1)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C5"/>
                </a:solidFill>
              </a:rPr>
              <a:t>Frontend: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17556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S3-hosted static website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0482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C5"/>
                </a:solidFill>
              </a:rPr>
              <a:t>Backend: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20482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API Gateway + Lambda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3408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C5"/>
                </a:solidFill>
              </a:rPr>
              <a:t>Database: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3408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DynamoDB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633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C5"/>
                </a:solidFill>
              </a:rPr>
              <a:t>Auth: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2633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AWS Cognito / JWT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9260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C5"/>
                </a:solidFill>
              </a:rPr>
              <a:t>Lessons: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91640" y="2926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10 vulnerabilities covered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2186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C5"/>
                </a:solidFill>
              </a:rPr>
              <a:t>Team: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32186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 students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914400"/>
            <a:ext cx="4206240" cy="3474720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GIT REPOSITORY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</a:rPr>
              <a:t>github.com/Hoosn4/DVSA_10lessons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TESTING INSTANCES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14884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Hussain: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97880" y="214884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s3-website-us-east-1...986263532904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251460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Karrar: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97880" y="251460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s3-website.us-east-1...651980295916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288036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Zayad: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97880" y="288036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s3-website.us-east-1...712090706384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</a:rPr>
              <a:t>SECURITY NOTE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3657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All testing confined to the DVSA educational AWS environment. Tokens and session IDs redacted throughout.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10 VULNERABILITIES AT A GLANCE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206240" cy="713232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457200" cy="7132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877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Event Injection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1887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RCE via node-serialize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627632"/>
            <a:ext cx="4206240" cy="713232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627632"/>
            <a:ext cx="457200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7647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1682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Broken Authentication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1993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JWT forgery → data access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432304"/>
            <a:ext cx="4206240" cy="713232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432304"/>
            <a:ext cx="457200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56946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2487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Sensitive Data Exposure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27980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S3 URLs via RCE exfil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236976"/>
            <a:ext cx="4206240" cy="713232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236976"/>
            <a:ext cx="457200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37413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Insecure Cloud Config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3602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S3 command injection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041648"/>
            <a:ext cx="4206240" cy="713232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4041648"/>
            <a:ext cx="457200" cy="7132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1788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" y="4096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Broken Access Control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4407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Unauth order updates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822960"/>
            <a:ext cx="4206240" cy="713232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822960"/>
            <a:ext cx="457200" cy="7132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960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49240" y="877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Denial of Service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11887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No rate limiting → 500s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1627632"/>
            <a:ext cx="4206240" cy="713232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1627632"/>
            <a:ext cx="457200" cy="713232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17647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49240" y="1682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Over-Privileged Function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49240" y="1993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IAM wildcard permissions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2432304"/>
            <a:ext cx="4206240" cy="713232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2432304"/>
            <a:ext cx="457200" cy="713232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56946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49240" y="2487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Logic Vulnerability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49240" y="27980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Race: billing vs update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00600" y="3236976"/>
            <a:ext cx="4206240" cy="713232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00600" y="3236976"/>
            <a:ext cx="457200" cy="7132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337413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4924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Vulnerable Dependencies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49240" y="3602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node-serialize gadget RCE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00600" y="4041648"/>
            <a:ext cx="4206240" cy="713232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00600" y="4041648"/>
            <a:ext cx="457200" cy="7132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41788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L10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49240" y="4096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Unhandled Exceptions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349240" y="4407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Malformed input → 502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A0008"/>
          </a:solidFill>
          <a:ln w="12700">
            <a:solidFill>
              <a:srgbClr val="3A00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L1  ·  EVENT INJECTION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0" y="91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3946"/>
                </a:solidFill>
              </a:rPr>
              <a:t>CRITICAL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5029200" cy="4114800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961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ROOT CAUSE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188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DVSA-ORDER-MANAGER Lambda used node-serialize to deserialize user-controlled request body and headers. The _$$ND_FUNC$$_ marker allowed injection of immediately-invoked JavaScript functions.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VULNERABLE CODE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395728"/>
            <a:ext cx="466344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2316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req = serialize.unserialize(event.body);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headers = serialize.unserialize(event.headers);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1546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PROOF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45643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CloudWatch logs showed FILE READ SUCCESS after crafted payload. API returned HTTP 502, but RCE had already occurred before the handler failed.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11480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READ SUCCESS: You are reading the contents of my hacked file!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804672"/>
            <a:ext cx="3337560" cy="4114800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60720" y="8961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FIX APPLIED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280160"/>
            <a:ext cx="201168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252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Remove node-serialize import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1783080"/>
            <a:ext cx="201168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Replace with JSON.parse()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2286000"/>
            <a:ext cx="201168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258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Reject _$$ND_FUNC$$_ markers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2788920"/>
            <a:ext cx="201168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2761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Allowlist valid action values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60720" y="3291840"/>
            <a:ext cx="201168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3264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Return 400 Bad Request safely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60720" y="37307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VERIFICATION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60720" y="40233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Same payload → HTTP 400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No new CloudWatch RCE entry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Normal cart workflow intact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00"/>
          </a:solidFill>
          <a:ln w="12700">
            <a:solidFill>
              <a:srgbClr val="1A1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L2  ·  BROKEN AUTHENTICATION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0" y="91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HIGH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8686800" cy="1143000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503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ATTACK 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1280160" cy="548640"/>
          </a:xfrm>
          <a:prstGeom prst="rect">
            <a:avLst/>
          </a:prstGeom>
          <a:solidFill>
            <a:srgbClr val="0F1923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0700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Login as Attacker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64208" y="1298448"/>
            <a:ext cx="137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A261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01368" y="1188720"/>
            <a:ext cx="1280160" cy="548640"/>
          </a:xfrm>
          <a:prstGeom prst="rect">
            <a:avLst/>
          </a:prstGeom>
          <a:solidFill>
            <a:srgbClr val="0F1923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01368" y="120700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Capture JWT Token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99816" y="1298448"/>
            <a:ext cx="137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A261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36976" y="1188720"/>
            <a:ext cx="1280160" cy="548640"/>
          </a:xfrm>
          <a:prstGeom prst="rect">
            <a:avLst/>
          </a:prstGeom>
          <a:solidFill>
            <a:srgbClr val="0F1923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6976" y="120700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Decode at jwt.io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35424" y="1298448"/>
            <a:ext cx="137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A261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72584" y="1188720"/>
            <a:ext cx="1280160" cy="548640"/>
          </a:xfrm>
          <a:prstGeom prst="rect">
            <a:avLst/>
          </a:prstGeom>
          <a:solidFill>
            <a:srgbClr val="0F1923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120700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Replace Username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71032" y="1298448"/>
            <a:ext cx="137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A261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08192" y="1188720"/>
            <a:ext cx="1280160" cy="548640"/>
          </a:xfrm>
          <a:prstGeom prst="rect">
            <a:avLst/>
          </a:prstGeom>
          <a:solidFill>
            <a:srgbClr val="0F1923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120700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Forge New Token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06640" y="1298448"/>
            <a:ext cx="137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A261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543800" y="1188720"/>
            <a:ext cx="1280160" cy="548640"/>
          </a:xfrm>
          <a:prstGeom prst="rect">
            <a:avLst/>
          </a:prstGeom>
          <a:solidFill>
            <a:srgbClr val="0F1923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3800" y="120700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Access Victim Data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103120"/>
            <a:ext cx="4114800" cy="2834640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" y="2194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</a:rPr>
              <a:t>ROOT CAUSE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254203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Backend decoded JWT payload using base64 directly — no cryptographic signature verification. The username field was trusted as-is, enabling identity spoofing without knowing the secret key.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" y="3383280"/>
            <a:ext cx="374904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2A2A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410712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Vulnerable: no verification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user = token.username;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39776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RESULT: Attacker obtained victim's order history and PII using a forged JWT.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103120"/>
            <a:ext cx="4251960" cy="2834640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21945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FIX &amp; VERIFICATION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2542032"/>
            <a:ext cx="3886200" cy="621792"/>
          </a:xfrm>
          <a:prstGeom prst="rect">
            <a:avLst/>
          </a:prstGeom>
          <a:solidFill>
            <a:srgbClr val="0D1117"/>
          </a:solidFill>
          <a:ln w="12700">
            <a:solidFill>
              <a:srgbClr val="002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56946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verified = await verifyCognitoJwt(jwt);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(!verified) throw new Error('Invalid token');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user = verified.username;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321868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Cognito public keys used to verify signature. Claims (iss, exp) validated on every request. Forged tokens now return: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3904488"/>
            <a:ext cx="3886200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2A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931920"/>
            <a:ext cx="3703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"status": "err", "msg": "invalid token" }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46320" y="437083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</a:rPr>
              <a:t>Valid user tokens continue to work normally.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D00"/>
          </a:solidFill>
          <a:ln w="12700">
            <a:solidFill>
              <a:srgbClr val="1A0D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L3  ·  SENSITIVE DATA EXPOSURE          L4  ·  INSECURE CLOUD CONFIG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60520" cy="4114800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4160520" cy="347472"/>
          </a:xfrm>
          <a:prstGeom prst="rect">
            <a:avLst/>
          </a:prstGeom>
          <a:solidFill>
            <a:srgbClr val="230F00"/>
          </a:solidFill>
          <a:ln w="12700">
            <a:solidFill>
              <a:srgbClr val="230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503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LESSON 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2435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EXPLOIT CHAIN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RCE via node-serialize gadget → invoked DVSA-ADMIN-GET-RECEIPT Lambda → generated signed S3 URL → exfiltrated via ngrok tunnel → downloaded receipt ZIP.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4963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AFFECTED COMPONENT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7432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S3 receipts bucket · DVSA-ORDER-MANAGER · Lambda output exposure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3375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FIX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59359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Replace serialize.unserialize() with JSON.parse() — eliminates RCE entry point.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Restrict S3 access; avoid exposing signed URLs in API responses.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4348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VERIFIED: ngrok received zero callbacks after fix.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804672"/>
            <a:ext cx="4160520" cy="4114800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804672"/>
            <a:ext cx="4160520" cy="347472"/>
          </a:xfrm>
          <a:prstGeom prst="rect">
            <a:avLst/>
          </a:prstGeom>
          <a:solidFill>
            <a:srgbClr val="230F00"/>
          </a:solidFill>
          <a:ln w="12700">
            <a:solidFill>
              <a:srgbClr val="230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8503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LESSON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2435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ATTACK VECTOR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50876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filename uploaded via feedback form: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"cat.png; echo ICS344_L4_SUCCESS; #"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key passed into os.system() unsanitized.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4048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MISCONFIGURATIONS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2715768"/>
            <a:ext cx="164592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2697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Block Public Access: DISABLED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3099816"/>
            <a:ext cx="164592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3081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Bucket policy: Principal "*" allowed PutObject/DeleteObject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3483864"/>
            <a:ext cx="164592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34655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ACLs enabled with Object writer ownership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387705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FIX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413308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Filename validation (is_safe()) · Replace os.system with Python file ops · Enable Block Public Access · DenyInsecureTransport policy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37760" y="47274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VERIFIED: Malicious key rejected; public PUT → 403.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00"/>
          </a:solidFill>
          <a:ln w="12700">
            <a:solidFill>
              <a:srgbClr val="1A1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L5  ·  BROKEN ACCESS CONTROL          L6  ·  DENIAL OF SERVICE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60520" cy="4114800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4160520" cy="347472"/>
          </a:xfrm>
          <a:prstGeom prst="rect">
            <a:avLst/>
          </a:prstGeom>
          <a:solidFill>
            <a:srgbClr val="1A1400"/>
          </a:solidFill>
          <a:ln w="12700">
            <a:solidFill>
              <a:srgbClr val="1A1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503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LESSON 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2435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VULNERABILITY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Any authenticated user could send action='update' to directly modify order itemList in DynamoDB — without admin privilege or completed payment.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PROOF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633472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DynamoDB record for order 3ef3cd09-...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itemList changed: {11:1} → {12:5}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orderStatus stayed 100 (unpaid)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totalAmount stayed 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547872"/>
            <a:ext cx="379476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2A2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575304"/>
            <a:ext cx="3611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After fix: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'update': if (isAdmin == 'true') {...}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return 403 Unauthorized;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41605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VERIFIED: Non-admin → 403. Order creation still works.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804672"/>
            <a:ext cx="4160520" cy="4114800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804672"/>
            <a:ext cx="4160520" cy="347472"/>
          </a:xfrm>
          <a:prstGeom prst="rect">
            <a:avLst/>
          </a:prstGeom>
          <a:solidFill>
            <a:srgbClr val="1A1400"/>
          </a:solidFill>
          <a:ln w="12700">
            <a:solidFill>
              <a:srgbClr val="1A1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8503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LESSON 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2435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VULNERABILITY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5087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No request rate limiting on API Gateway. Python script sent concurrent billing requests overwhelming the Lambda backend.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2860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BEFORE FIX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54203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Multiple 500 Internal Server Error responses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Service instability under parallel load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1821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FIX: API GATEWAY THROTTLING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3520440"/>
            <a:ext cx="1463040" cy="301752"/>
          </a:xfrm>
          <a:prstGeom prst="rect">
            <a:avLst/>
          </a:prstGeom>
          <a:solidFill>
            <a:srgbClr val="0F1923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538728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Rate Limit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3538728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 requests/second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3904488"/>
            <a:ext cx="1463040" cy="301752"/>
          </a:xfrm>
          <a:prstGeom prst="rect">
            <a:avLst/>
          </a:prstGeom>
          <a:solidFill>
            <a:srgbClr val="0F1923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922776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Burst Limit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3922776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10 concurrent requests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4288536"/>
            <a:ext cx="1463040" cy="301752"/>
          </a:xfrm>
          <a:prstGeom prst="rect">
            <a:avLst/>
          </a:prstGeom>
          <a:solidFill>
            <a:srgbClr val="0F1923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4306824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Excess Traffic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4306824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429 Too Many Requests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47274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VERIFIED: Excessive requests → 429 responses.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20A1A"/>
          </a:solidFill>
          <a:ln w="12700">
            <a:solidFill>
              <a:srgbClr val="120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L7  ·  OVER-PRIVILEGED FUNCTION          L8  ·  LOGIC VULNERABILITY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60520" cy="4114800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4160520" cy="347472"/>
          </a:xfrm>
          <a:prstGeom prst="rect">
            <a:avLst/>
          </a:prstGeom>
          <a:solidFill>
            <a:srgbClr val="12001A"/>
          </a:solidFill>
          <a:ln w="12700">
            <a:solidFill>
              <a:srgbClr val="1200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503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9DDB"/>
                </a:solidFill>
              </a:rPr>
              <a:t>LESSON 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2435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FUNCTION: DVSA-SEND-RECEIPT-EMAIL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IAM Policy Simulator confirmed unnecessary permissions beyond sending receipt emails: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121408"/>
            <a:ext cx="201168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103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s3:GetObject / PutObject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468880"/>
            <a:ext cx="201168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24505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dynamodb:GetItem / PutItem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816352"/>
            <a:ext cx="201168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27980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dynamodb:DeleteItem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163824"/>
            <a:ext cx="201168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31455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dynamodb:Scan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5387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FIX: LEAST PRIVILEGE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7947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S3 scoped to receipt bucket 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DynamoDBReadPolicy on DVSA-ORDERS-DB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SES send permissions 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Remove wildcard resource grants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804672"/>
            <a:ext cx="4160520" cy="4114800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804672"/>
            <a:ext cx="4160520" cy="347472"/>
          </a:xfrm>
          <a:prstGeom prst="rect">
            <a:avLst/>
          </a:prstGeom>
          <a:solidFill>
            <a:srgbClr val="12001A"/>
          </a:solidFill>
          <a:ln w="12700">
            <a:solidFill>
              <a:srgbClr val="120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8503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9DDB"/>
                </a:solidFill>
              </a:rPr>
              <a:t>LESSON 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12435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RACE CONDITION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150876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Order remained mutable while billing was processing. A late update could change cart contents after billing captured the price snapshot.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2331720"/>
            <a:ext cx="640080" cy="301752"/>
          </a:xfrm>
          <a:prstGeom prst="rect">
            <a:avLst/>
          </a:prstGeom>
          <a:solidFill>
            <a:srgbClr val="0F1923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350008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9DDB"/>
                </a:solidFill>
              </a:rPr>
              <a:t>t=0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50992" y="2350008"/>
            <a:ext cx="30815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Set items {1020:1}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2715768"/>
            <a:ext cx="640080" cy="301752"/>
          </a:xfrm>
          <a:prstGeom prst="rect">
            <a:avLst/>
          </a:prstGeom>
          <a:solidFill>
            <a:srgbClr val="0F1923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734056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9DDB"/>
                </a:solidFill>
              </a:rPr>
              <a:t>t=1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50992" y="2734056"/>
            <a:ext cx="30815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Billing starts (reads snapshot)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3099816"/>
            <a:ext cx="640080" cy="301752"/>
          </a:xfrm>
          <a:prstGeom prst="rect">
            <a:avLst/>
          </a:prstGeom>
          <a:solidFill>
            <a:srgbClr val="0F1923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118104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9DDB"/>
                </a:solidFill>
              </a:rPr>
              <a:t>t+2s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50992" y="3118104"/>
            <a:ext cx="30815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Update items {1020:5}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3483864"/>
            <a:ext cx="640080" cy="301752"/>
          </a:xfrm>
          <a:prstGeom prst="rect">
            <a:avLst/>
          </a:prstGeom>
          <a:solidFill>
            <a:srgbClr val="0F1923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502152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9DDB"/>
                </a:solidFill>
              </a:rPr>
              <a:t>t+?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50992" y="3502152"/>
            <a:ext cx="30815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Billing completes: WRONG AMOUNT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39044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FIX: ATOMIC CONDITIONAL WRITES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37760" y="416052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Lock order to 'billing-in-progress' (status 115) before external calls. Updates rejected if orderStatus ≠ 100 (open). Conditional DynamoDB writes prevent conflicts.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A0008"/>
          </a:solidFill>
          <a:ln w="12700">
            <a:solidFill>
              <a:srgbClr val="3A00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L9  ·  VULNERABLE DEPENDENCIES          L10  ·  UNHANDLED EXCEPTIONS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60520" cy="4114800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4160520" cy="347472"/>
          </a:xfrm>
          <a:prstGeom prst="rect">
            <a:avLst/>
          </a:prstGeom>
          <a:solidFill>
            <a:srgbClr val="3A0008"/>
          </a:solidFill>
          <a:ln w="12700">
            <a:solidFill>
              <a:srgbClr val="3A00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503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LESSON 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2435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node-serialize GADGET RCE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order-manager.js used serialize.unserialize() on both event.body and event.headers. Crafted _$$ND_FUNC$$_ gadget executed code inside Lambda runtime.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PROOF MARKER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587752"/>
            <a:ext cx="3794760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2A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15184"/>
            <a:ext cx="3611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CloudWatch → "L9_V_Karrar" printed in DVSA-ORDER-MANAGER logs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0906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FIX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346704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Remove node-serialize entirely. Use safeParseJson() with JSON.parse. Add authorization check before action routing. Allowlist valid actions only.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4114800"/>
            <a:ext cx="379476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002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142232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safeParseJson(raw, fallback={})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 return JSON.parse(raw);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catch(e) { return fallback;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804672"/>
            <a:ext cx="4160520" cy="4114800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804672"/>
            <a:ext cx="4160520" cy="347472"/>
          </a:xfrm>
          <a:prstGeom prst="rect">
            <a:avLst/>
          </a:prstGeom>
          <a:solidFill>
            <a:srgbClr val="001A2A"/>
          </a:solidFill>
          <a:ln w="12700">
            <a:solidFill>
              <a:srgbClr val="001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8503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LESSON 10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12435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CRASH-PRONE PARSING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150876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payment_processing.py assumed exp always MM/YY format. Malformed value triggered uncaught IndexError → HTTP 502 and stacktrace in CloudWatch.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2304288"/>
            <a:ext cx="379476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2A2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33172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exp_m = int(data['exp'].split('/')[0])   # CRASH when exp='12'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exp_y = int(data['exp'].split('/')[1]) + 2000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287121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FIX: DEFENSIVE VALIDATION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127248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Validate exp has exactly 2 slash-separated parts before split. Wrap in try/except ValueError. Return controlled 200 {status:110} for invalid input — no traceback exposed.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3931920"/>
            <a:ext cx="3794760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00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959352"/>
            <a:ext cx="36118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exp_parts = exp.split('/')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len(exp_parts) != 2: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{status: 200, body: 'invalid expiration'}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 exp_m, exp_y = int(parts[0]), int(parts[1])+2000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ValueError: return controlled error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TAKEAWAYS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8686800" cy="1005840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41248"/>
            <a:ext cx="457200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4241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Never Deserialize Untrusted 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225296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node-serialize gadgets enabled RCE in L1, L3, and L9. Always use JSON.parse() — never trust libraries that can execute functions.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938528"/>
            <a:ext cx="8686800" cy="1005840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938528"/>
            <a:ext cx="457200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13969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7240" y="2011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</a:rPr>
              <a:t>Authentication ≠ Authorization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322576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JWT must be cryptographically verified (L2). Role checks enforced server-side (L5). Hiding UI actions is not security.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3035808"/>
            <a:ext cx="8686800" cy="1005840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035808"/>
            <a:ext cx="457200" cy="10058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23697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3108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Harden Cloud Configuration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419856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Enable S3 Block Public Access, deny insecure transport, restrict bucket policies (L4). IAM roles must follow least privilege (L7).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4096512"/>
            <a:ext cx="4160520" cy="914400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4096512"/>
            <a:ext cx="457200" cy="914400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426110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4160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9DDB"/>
                </a:solidFill>
              </a:rPr>
              <a:t>Design for Concurrency &amp; State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46227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No rate limiting → DoS (L6). No atomic writes → payment race conditions (L8). Use conditional DynamoDB writes and API throttling.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4096512"/>
            <a:ext cx="4160520" cy="914400"/>
          </a:xfrm>
          <a:prstGeom prst="rect">
            <a:avLst/>
          </a:prstGeom>
          <a:solidFill>
            <a:srgbClr val="1A2332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4096512"/>
            <a:ext cx="457200" cy="9144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426110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03520" y="4160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Validate All Inputs — Fail Safely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446227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Unhandled exceptions expose internals and break availability (L10). Defensive parsing with controlled error responses is non-negotiable.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0" y="7315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E63946"/>
                </a:solidFill>
              </a:rPr>
              <a:t>⚔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ICS-344 DVSA Project Complete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C4B6"/>
                </a:solidFill>
              </a:rPr>
              <a:t>10 Vulnerabilities Discovered, Exploited &amp; Remediated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</a:rPr>
              <a:t>Hussain Albaggal · Karrar Alqallaf · Zayad Alghamdi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ICS-344 Information Security / Term 252 · 4 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ICS344 DVSA Vulnerability Discovery and Remediation</dc:title>
  <dc:subject>PptxGenJS Presentation</dc:subject>
  <dc:creator>PptxGenJS</dc:creator>
  <cp:lastModifiedBy>PptxGenJS</cp:lastModifiedBy>
  <cp:revision>1</cp:revision>
  <dcterms:created xsi:type="dcterms:W3CDTF">2026-05-04T20:09:15Z</dcterms:created>
  <dcterms:modified xsi:type="dcterms:W3CDTF">2026-05-04T20:09:15Z</dcterms:modified>
</cp:coreProperties>
</file>